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ahaw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 /><Relationship Id="rId3" Type="http://schemas.openxmlformats.org/officeDocument/2006/relationships/image" Target="../media/image2.jpeg" /><Relationship Id="rId7" Type="http://schemas.openxmlformats.org/officeDocument/2006/relationships/image" Target="../media/image6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svg" /><Relationship Id="rId11" Type="http://schemas.openxmlformats.org/officeDocument/2006/relationships/image" Target="../media/image10.png" /><Relationship Id="rId5" Type="http://schemas.openxmlformats.org/officeDocument/2006/relationships/image" Target="../media/image4.svg" /><Relationship Id="rId10" Type="http://schemas.openxmlformats.org/officeDocument/2006/relationships/image" Target="../media/image9.png" /><Relationship Id="rId4" Type="http://schemas.openxmlformats.org/officeDocument/2006/relationships/image" Target="../media/image3.svg" /><Relationship Id="rId9" Type="http://schemas.openxmlformats.org/officeDocument/2006/relationships/image" Target="../media/image8.sv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 /><Relationship Id="rId3" Type="http://schemas.openxmlformats.org/officeDocument/2006/relationships/image" Target="../media/image2.jpeg" /><Relationship Id="rId7" Type="http://schemas.openxmlformats.org/officeDocument/2006/relationships/image" Target="../media/image14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svg" /><Relationship Id="rId11" Type="http://schemas.openxmlformats.org/officeDocument/2006/relationships/image" Target="../media/image10.png" /><Relationship Id="rId5" Type="http://schemas.openxmlformats.org/officeDocument/2006/relationships/image" Target="../media/image12.svg" /><Relationship Id="rId10" Type="http://schemas.openxmlformats.org/officeDocument/2006/relationships/image" Target="../media/image9.png" /><Relationship Id="rId4" Type="http://schemas.openxmlformats.org/officeDocument/2006/relationships/image" Target="../media/image11.svg" /><Relationship Id="rId9" Type="http://schemas.openxmlformats.org/officeDocument/2006/relationships/image" Target="../media/image16.sv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 /><Relationship Id="rId3" Type="http://schemas.openxmlformats.org/officeDocument/2006/relationships/image" Target="../media/image2.jpeg" /><Relationship Id="rId7" Type="http://schemas.openxmlformats.org/officeDocument/2006/relationships/image" Target="../media/image20.svg" /><Relationship Id="rId12" Type="http://schemas.openxmlformats.org/officeDocument/2006/relationships/image" Target="../media/image10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9.svg" /><Relationship Id="rId11" Type="http://schemas.openxmlformats.org/officeDocument/2006/relationships/image" Target="../media/image9.png" /><Relationship Id="rId5" Type="http://schemas.openxmlformats.org/officeDocument/2006/relationships/image" Target="../media/image18.svg" /><Relationship Id="rId10" Type="http://schemas.openxmlformats.org/officeDocument/2006/relationships/image" Target="../media/image23.svg" /><Relationship Id="rId4" Type="http://schemas.openxmlformats.org/officeDocument/2006/relationships/image" Target="../media/image17.svg" /><Relationship Id="rId9" Type="http://schemas.openxmlformats.org/officeDocument/2006/relationships/image" Target="../media/image22.sv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 /><Relationship Id="rId3" Type="http://schemas.openxmlformats.org/officeDocument/2006/relationships/image" Target="../media/image2.jpeg" /><Relationship Id="rId7" Type="http://schemas.openxmlformats.org/officeDocument/2006/relationships/image" Target="../media/image27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6.svg" /><Relationship Id="rId5" Type="http://schemas.openxmlformats.org/officeDocument/2006/relationships/image" Target="../media/image25.svg" /><Relationship Id="rId10" Type="http://schemas.openxmlformats.org/officeDocument/2006/relationships/image" Target="../media/image10.png" /><Relationship Id="rId4" Type="http://schemas.openxmlformats.org/officeDocument/2006/relationships/image" Target="../media/image24.svg" /><Relationship Id="rId9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29.sv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 /><Relationship Id="rId13" Type="http://schemas.openxmlformats.org/officeDocument/2006/relationships/image" Target="../media/image10.png" /><Relationship Id="rId3" Type="http://schemas.openxmlformats.org/officeDocument/2006/relationships/image" Target="../media/image2.jpeg" /><Relationship Id="rId7" Type="http://schemas.openxmlformats.org/officeDocument/2006/relationships/image" Target="../media/image33.svg" /><Relationship Id="rId12" Type="http://schemas.openxmlformats.org/officeDocument/2006/relationships/image" Target="../media/image9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.svg" /><Relationship Id="rId11" Type="http://schemas.openxmlformats.org/officeDocument/2006/relationships/image" Target="../media/image37.svg" /><Relationship Id="rId5" Type="http://schemas.openxmlformats.org/officeDocument/2006/relationships/image" Target="../media/image31.svg" /><Relationship Id="rId10" Type="http://schemas.openxmlformats.org/officeDocument/2006/relationships/image" Target="../media/image36.svg" /><Relationship Id="rId4" Type="http://schemas.openxmlformats.org/officeDocument/2006/relationships/image" Target="../media/image30.svg" /><Relationship Id="rId9" Type="http://schemas.openxmlformats.org/officeDocument/2006/relationships/image" Target="../media/image35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5175104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60574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146044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31534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117004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5050" y="321050"/>
            <a:ext cx="17638300" cy="9660655"/>
          </a:xfrm>
          <a:custGeom>
            <a:avLst/>
            <a:gdLst/>
            <a:ahLst/>
            <a:cxnLst/>
            <a:rect l="l" t="t" r="r" b="b"/>
            <a:pathLst>
              <a:path w="17638300" h="9660655">
                <a:moveTo>
                  <a:pt x="0" y="0"/>
                </a:moveTo>
                <a:lnTo>
                  <a:pt x="17638300" y="0"/>
                </a:lnTo>
                <a:lnTo>
                  <a:pt x="17638300" y="9660655"/>
                </a:lnTo>
                <a:lnTo>
                  <a:pt x="0" y="9660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0" b="-8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11215" y="2460603"/>
            <a:ext cx="11223022" cy="187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Problem Overview &amp; Team Details</a:t>
            </a:r>
          </a:p>
          <a:p>
            <a:pPr algn="l">
              <a:lnSpc>
                <a:spcPts val="7558"/>
              </a:lnSpc>
            </a:pPr>
            <a:endParaRPr lang="en-US" sz="5400">
              <a:solidFill>
                <a:srgbClr val="505050"/>
              </a:solidFill>
              <a:latin typeface="Anahaw"/>
              <a:ea typeface="Anahaw"/>
              <a:cs typeface="Anahaw"/>
              <a:sym typeface="Anahaw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5879" y="4342997"/>
            <a:ext cx="9921089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Problem Statement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Team Name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Team ID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Team Members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206423" y="1002887"/>
            <a:ext cx="7398591" cy="116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8"/>
              </a:lnSpc>
            </a:pPr>
            <a:r>
              <a:rPr lang="en-US" sz="6798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LUNAR FORGE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13652" y="77188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9122" y="77188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4592" y="77188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70081" y="77188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55552" y="77188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1144" y="321050"/>
            <a:ext cx="17665694" cy="9654807"/>
          </a:xfrm>
          <a:custGeom>
            <a:avLst/>
            <a:gdLst/>
            <a:ahLst/>
            <a:cxnLst/>
            <a:rect l="l" t="t" r="r" b="b"/>
            <a:pathLst>
              <a:path w="17665694" h="9654807">
                <a:moveTo>
                  <a:pt x="0" y="0"/>
                </a:moveTo>
                <a:lnTo>
                  <a:pt x="17665693" y="0"/>
                </a:lnTo>
                <a:lnTo>
                  <a:pt x="17665693" y="9654806"/>
                </a:lnTo>
                <a:lnTo>
                  <a:pt x="0" y="965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08" b="-10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095071"/>
            <a:ext cx="7118128" cy="9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Comparative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25914"/>
            <a:ext cx="11071438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Current solutions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Limitations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Your proposed solution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Key improvements / advantages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8852059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1144" y="311125"/>
            <a:ext cx="9025757" cy="8893702"/>
          </a:xfrm>
          <a:custGeom>
            <a:avLst/>
            <a:gdLst/>
            <a:ahLst/>
            <a:cxnLst/>
            <a:rect l="l" t="t" r="r" b="b"/>
            <a:pathLst>
              <a:path w="9025757" h="8893702">
                <a:moveTo>
                  <a:pt x="0" y="0"/>
                </a:moveTo>
                <a:lnTo>
                  <a:pt x="9025756" y="0"/>
                </a:lnTo>
                <a:lnTo>
                  <a:pt x="9025756" y="8893702"/>
                </a:lnTo>
                <a:lnTo>
                  <a:pt x="0" y="8893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6" b="-4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37529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22999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08469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93959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116230" y="7559097"/>
            <a:ext cx="4860607" cy="2420322"/>
          </a:xfrm>
          <a:custGeom>
            <a:avLst/>
            <a:gdLst/>
            <a:ahLst/>
            <a:cxnLst/>
            <a:rect l="l" t="t" r="r" b="b"/>
            <a:pathLst>
              <a:path w="4860607" h="2420322">
                <a:moveTo>
                  <a:pt x="0" y="0"/>
                </a:moveTo>
                <a:lnTo>
                  <a:pt x="4860607" y="0"/>
                </a:lnTo>
                <a:lnTo>
                  <a:pt x="4860607" y="2420322"/>
                </a:lnTo>
                <a:lnTo>
                  <a:pt x="0" y="2420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04" b="-30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09161" y="2095071"/>
            <a:ext cx="8705031" cy="9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Users &amp; Solution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805" y="3925914"/>
            <a:ext cx="8974665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Target users / audience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Pain points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Solution overview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User benefits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311144" y="8486089"/>
            <a:ext cx="16675703" cy="1489767"/>
          </a:xfrm>
          <a:custGeom>
            <a:avLst/>
            <a:gdLst/>
            <a:ahLst/>
            <a:cxnLst/>
            <a:rect l="l" t="t" r="r" b="b"/>
            <a:pathLst>
              <a:path w="16675703" h="1489767">
                <a:moveTo>
                  <a:pt x="0" y="0"/>
                </a:moveTo>
                <a:lnTo>
                  <a:pt x="16675703" y="0"/>
                </a:lnTo>
                <a:lnTo>
                  <a:pt x="16675703" y="1489767"/>
                </a:lnTo>
                <a:lnTo>
                  <a:pt x="0" y="14897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01" b="-50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4118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88925" y="302895"/>
            <a:ext cx="8287931" cy="4860608"/>
          </a:xfrm>
          <a:custGeom>
            <a:avLst/>
            <a:gdLst/>
            <a:ahLst/>
            <a:cxnLst/>
            <a:rect l="l" t="t" r="r" b="b"/>
            <a:pathLst>
              <a:path w="8287931" h="4860608">
                <a:moveTo>
                  <a:pt x="0" y="0"/>
                </a:moveTo>
                <a:lnTo>
                  <a:pt x="8287931" y="0"/>
                </a:lnTo>
                <a:lnTo>
                  <a:pt x="8287931" y="4860608"/>
                </a:lnTo>
                <a:lnTo>
                  <a:pt x="0" y="4860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8" b="-1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739608" y="9439637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40009" y="890054"/>
            <a:ext cx="15408002" cy="1145400"/>
          </a:xfrm>
          <a:custGeom>
            <a:avLst/>
            <a:gdLst/>
            <a:ahLst/>
            <a:cxnLst/>
            <a:rect l="l" t="t" r="r" b="b"/>
            <a:pathLst>
              <a:path w="15408002" h="1145400">
                <a:moveTo>
                  <a:pt x="0" y="0"/>
                </a:moveTo>
                <a:lnTo>
                  <a:pt x="15408001" y="0"/>
                </a:lnTo>
                <a:lnTo>
                  <a:pt x="15408001" y="1145400"/>
                </a:lnTo>
                <a:lnTo>
                  <a:pt x="0" y="1145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130" b="-113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812830"/>
            <a:ext cx="4414933" cy="9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How It 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4279" y="3741111"/>
            <a:ext cx="11840099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Insert architecture diagram here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Workflow explanation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Key modules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Data flow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311182" y="302895"/>
            <a:ext cx="17665675" cy="9672942"/>
          </a:xfrm>
          <a:custGeom>
            <a:avLst/>
            <a:gdLst/>
            <a:ahLst/>
            <a:cxnLst/>
            <a:rect l="l" t="t" r="r" b="b"/>
            <a:pathLst>
              <a:path w="17665675" h="9672942">
                <a:moveTo>
                  <a:pt x="0" y="0"/>
                </a:moveTo>
                <a:lnTo>
                  <a:pt x="17665674" y="0"/>
                </a:lnTo>
                <a:lnTo>
                  <a:pt x="17665674" y="9672942"/>
                </a:lnTo>
                <a:lnTo>
                  <a:pt x="0" y="9672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" r="-1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630890"/>
            <a:ext cx="6328829" cy="9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77603"/>
            <a:ext cx="9214352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Languages / frameworks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Tools and platforms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AI tools (if any)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Purpose of each tool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705405" y="2698394"/>
            <a:ext cx="6187992" cy="2745753"/>
          </a:xfrm>
          <a:custGeom>
            <a:avLst/>
            <a:gdLst/>
            <a:ahLst/>
            <a:cxnLst/>
            <a:rect l="l" t="t" r="r" b="b"/>
            <a:pathLst>
              <a:path w="6187992" h="2745753">
                <a:moveTo>
                  <a:pt x="0" y="0"/>
                </a:moveTo>
                <a:lnTo>
                  <a:pt x="6187992" y="0"/>
                </a:lnTo>
                <a:lnTo>
                  <a:pt x="6187992" y="2745753"/>
                </a:lnTo>
                <a:lnTo>
                  <a:pt x="0" y="2745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47" b="-44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1201" y="5873934"/>
            <a:ext cx="8582196" cy="4101922"/>
          </a:xfrm>
          <a:custGeom>
            <a:avLst/>
            <a:gdLst/>
            <a:ahLst/>
            <a:cxnLst/>
            <a:rect l="l" t="t" r="r" b="b"/>
            <a:pathLst>
              <a:path w="8582196" h="4101922">
                <a:moveTo>
                  <a:pt x="0" y="0"/>
                </a:moveTo>
                <a:lnTo>
                  <a:pt x="8582196" y="0"/>
                </a:lnTo>
                <a:lnTo>
                  <a:pt x="8582196" y="4101922"/>
                </a:lnTo>
                <a:lnTo>
                  <a:pt x="0" y="4101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2" b="-10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238332" y="9433808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23802" y="9433808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09272" y="9433808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3" y="0"/>
                </a:lnTo>
                <a:lnTo>
                  <a:pt x="91193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94762" y="9433808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13002" y="302895"/>
            <a:ext cx="16663854" cy="8333099"/>
          </a:xfrm>
          <a:custGeom>
            <a:avLst/>
            <a:gdLst/>
            <a:ahLst/>
            <a:cxnLst/>
            <a:rect l="l" t="t" r="r" b="b"/>
            <a:pathLst>
              <a:path w="16663854" h="8333099">
                <a:moveTo>
                  <a:pt x="0" y="0"/>
                </a:moveTo>
                <a:lnTo>
                  <a:pt x="16663854" y="0"/>
                </a:lnTo>
                <a:lnTo>
                  <a:pt x="16663854" y="8333099"/>
                </a:lnTo>
                <a:lnTo>
                  <a:pt x="0" y="8333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7" b="-10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80232" y="9433808"/>
            <a:ext cx="91192" cy="91192"/>
          </a:xfrm>
          <a:custGeom>
            <a:avLst/>
            <a:gdLst/>
            <a:ahLst/>
            <a:cxnLst/>
            <a:rect l="l" t="t" r="r" b="b"/>
            <a:pathLst>
              <a:path w="91192" h="91192">
                <a:moveTo>
                  <a:pt x="0" y="0"/>
                </a:moveTo>
                <a:lnTo>
                  <a:pt x="91192" y="0"/>
                </a:lnTo>
                <a:lnTo>
                  <a:pt x="91192" y="91192"/>
                </a:lnTo>
                <a:lnTo>
                  <a:pt x="0" y="9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630890"/>
            <a:ext cx="7543990" cy="9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Impact &amp; Future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87" y="3522273"/>
            <a:ext cx="9518628" cy="190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Business model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Revenue strategy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Market potential</a:t>
            </a:r>
          </a:p>
          <a:p>
            <a:pPr marL="690881" lvl="1" indent="-345440" algn="l">
              <a:lnSpc>
                <a:spcPts val="3773"/>
              </a:lnSpc>
              <a:buFont typeface="Arial"/>
              <a:buChar char="•"/>
            </a:pPr>
            <a:r>
              <a:rPr lang="en-US" sz="3200">
                <a:solidFill>
                  <a:srgbClr val="505050"/>
                </a:solidFill>
                <a:latin typeface="Anahaw"/>
                <a:ea typeface="Anahaw"/>
                <a:cs typeface="Anahaw"/>
                <a:sym typeface="Anahaw"/>
              </a:rPr>
              <a:t>Future scope / scalability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865694" y="3368078"/>
            <a:ext cx="8363950" cy="4923406"/>
            <a:chOff x="0" y="0"/>
            <a:chExt cx="11151934" cy="65645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151997" cy="6564503"/>
            </a:xfrm>
            <a:custGeom>
              <a:avLst/>
              <a:gdLst/>
              <a:ahLst/>
              <a:cxnLst/>
              <a:rect l="l" t="t" r="r" b="b"/>
              <a:pathLst>
                <a:path w="11151997" h="6564503">
                  <a:moveTo>
                    <a:pt x="0" y="0"/>
                  </a:moveTo>
                  <a:lnTo>
                    <a:pt x="11151997" y="0"/>
                  </a:lnTo>
                  <a:lnTo>
                    <a:pt x="11151997" y="6564503"/>
                  </a:lnTo>
                  <a:lnTo>
                    <a:pt x="0" y="656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9999"/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3605015" y="455889"/>
            <a:ext cx="4348205" cy="2559551"/>
          </a:xfrm>
          <a:custGeom>
            <a:avLst/>
            <a:gdLst/>
            <a:ahLst/>
            <a:cxnLst/>
            <a:rect l="l" t="t" r="r" b="b"/>
            <a:pathLst>
              <a:path w="4348205" h="2559551">
                <a:moveTo>
                  <a:pt x="0" y="0"/>
                </a:moveTo>
                <a:lnTo>
                  <a:pt x="4348205" y="0"/>
                </a:lnTo>
                <a:lnTo>
                  <a:pt x="4348205" y="2559551"/>
                </a:lnTo>
                <a:lnTo>
                  <a:pt x="0" y="2559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PPT-Template.pptx</dc:title>
  <cp:lastModifiedBy>Baumendhra K</cp:lastModifiedBy>
  <cp:revision>2</cp:revision>
  <dcterms:created xsi:type="dcterms:W3CDTF">2006-08-16T00:00:00Z</dcterms:created>
  <dcterms:modified xsi:type="dcterms:W3CDTF">2026-03-22T08:37:15Z</dcterms:modified>
  <dc:identifier>DAHEpiQFl_M</dc:identifier>
</cp:coreProperties>
</file>